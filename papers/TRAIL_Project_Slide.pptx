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TRAIL: Threat Attribution via Intelligence-Linked Graphs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APT Attribution with Hierarchical Classification and LLM Reasoning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Motivation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attribution today relies on manual analysis by threat intelligence experts, making it slow, inconsistent, and hard to scale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automated systems produce flat predictions without calibrated confidence, often overclaiming attribution at the named-actor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data is inherently graph-structured (shared infrastructure, DNS resolution, report co-occurrence) but most tools ignore this topology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automated attribution pipeline that ingests raw threat intelligence, constructs a knowledge graph, and produces hierarchical APT predictions with explainable LLM-powered reasoning as a fallback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 Palo Alto Unit 42’s tiered attribution framework: Tier 3 (Named Actor) → Tier 2 (Nation-State) → Tier 1 (Activity Cluster), reporting confidence-calibrated results instead of overclaiming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GraphSAGE message-passing with Label Propagation in a weighted ensemble (α=0.6/0.4) over a heterogeneous knowledge graph (Events, Domains, IPs, URLs, ASNs)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GNN+LP confidence falls below threshold, an LLM agent with access to VirusTotal and WHOIS performs multi-step contextual reasoning to refine or override the prediction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40690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4096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4343400"/>
            <a:ext cx="1234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OTX Threat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(Neo4j)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• Domain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• URL • ASN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53328" y="4864608"/>
            <a:ext cx="25603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1234440" cy="1600200"/>
          </a:xfrm>
          <a:prstGeom prst="roundRect">
            <a:avLst>
              <a:gd name="adj" fmla="val 5926"/>
            </a:avLst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0965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4343400"/>
            <a:ext cx="1234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Propagation</a:t>
            </a:r>
            <a:endParaRPr lang="en-US" sz="8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Attribution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42)</a:t>
            </a:r>
            <a:endParaRPr lang="en-US" sz="850" dirty="0"/>
          </a:p>
          <a:p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→ Tier 2 → Tier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07808" y="4864608"/>
            <a:ext cx="25603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236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confidence?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09560" y="4069080"/>
            <a:ext cx="1051560" cy="160020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4096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09560" y="4343400"/>
            <a:ext cx="10515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8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(VirusTotal, WHOIS)</a:t>
            </a:r>
            <a:endParaRPr lang="en-US" sz="8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5943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SFU</a:t>
            </a:r>
            <a:endParaRPr lang="en-US" sz="1600" dirty="0"/>
          </a:p>
          <a:p>
            <a:pPr indent="0" marL="0">
              <a:buNone/>
            </a:pPr>
            <a:r>
              <a:rPr lang="en-US" sz="700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FRASER</a:t>
            </a:r>
            <a:endParaRPr lang="en-US" sz="1600" dirty="0"/>
          </a:p>
          <a:p>
            <a:pPr indent="0" marL="0">
              <a:buNone/>
            </a:pPr>
            <a:r>
              <a:rPr lang="en-US" sz="700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TRAIL: Threat Attribution via Intelligence-Linked Graphs</dc:title>
  <dc:subject>PptxGenJS Presentation</dc:subject>
  <dc:creator>TRAIL Team</dc:creator>
  <cp:lastModifiedBy>TRAIL Team</cp:lastModifiedBy>
  <cp:revision>1</cp:revision>
  <dcterms:created xsi:type="dcterms:W3CDTF">2026-03-12T22:05:14Z</dcterms:created>
  <dcterms:modified xsi:type="dcterms:W3CDTF">2026-03-12T22:05:14Z</dcterms:modified>
</cp:coreProperties>
</file>